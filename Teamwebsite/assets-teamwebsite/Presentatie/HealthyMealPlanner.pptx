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6" r:id="rId4"/>
  </p:sldMasterIdLst>
  <p:notesMasterIdLst>
    <p:notesMasterId r:id="rId15"/>
  </p:notesMasterIdLst>
  <p:handoutMasterIdLst>
    <p:handoutMasterId r:id="rId16"/>
  </p:handoutMasterIdLst>
  <p:sldIdLst>
    <p:sldId id="334" r:id="rId5"/>
    <p:sldId id="316" r:id="rId6"/>
    <p:sldId id="337" r:id="rId7"/>
    <p:sldId id="343" r:id="rId8"/>
    <p:sldId id="342" r:id="rId9"/>
    <p:sldId id="350" r:id="rId10"/>
    <p:sldId id="351" r:id="rId11"/>
    <p:sldId id="336" r:id="rId12"/>
    <p:sldId id="324" r:id="rId13"/>
    <p:sldId id="35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2" autoAdjust="0"/>
    <p:restoredTop sz="84967" autoAdjust="0"/>
  </p:normalViewPr>
  <p:slideViewPr>
    <p:cSldViewPr snapToGrid="0">
      <p:cViewPr varScale="1">
        <p:scale>
          <a:sx n="167" d="100"/>
          <a:sy n="167" d="100"/>
        </p:scale>
        <p:origin x="500" y="108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-1103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E99E25-5B65-D93A-3010-8B947D67E65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EB28A-33CC-6CF5-1214-F2C3205F67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88634-FBA9-41D6-8B35-EE3A7D816B7C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63414-6160-FF79-B3F6-CD615625C8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3E93F-BDEC-C5F7-2553-8324882C41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C78D2-97D1-4B37-BDD1-08A09BD4CA9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135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5/30/2025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7961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77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4871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776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10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1FC53-99C0-4EAC-0308-4FE1D04E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A39513-0C1B-2006-2623-68274191DA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845A6B-A93A-D348-63A8-1AD03049C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5A8534-3342-ED7B-8508-B95AE6E2CF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284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21F8B-9175-D444-1E1C-C15E4037E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19DFB9-CD31-AB68-AF65-D660D34BE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6E3FF1-C351-6686-199B-171B961E68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1C11F-7C2C-F6E8-4580-73DE3FCA51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397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547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9706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EA363-BD48-D9AE-6D6F-69C050B52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A57F7-15B4-8007-FE96-2F3F822718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A4D2A0-374A-C4AE-4F80-5FC20E457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0DB4B-CAB8-8CC2-2E86-FA536605FB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39589-3E79-4C82-AA4A-FE78234FAA5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145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57809"/>
            <a:ext cx="7983110" cy="3080335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61510" y="2744546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6544" y="614202"/>
            <a:ext cx="5918072" cy="2276856"/>
          </a:xfrm>
        </p:spPr>
        <p:txBody>
          <a:bodyPr lIns="0" tIns="0" rIns="0" bIns="0" anchor="b"/>
          <a:lstStyle>
            <a:lvl1pPr algn="r">
              <a:lnSpc>
                <a:spcPts val="4000"/>
              </a:lnSpc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738AB3-8054-6E21-C34C-36AF3A31AC4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280160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tIns="914400" anchor="t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D1B85-4BEF-C1C1-5619-B82E9E44A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116548" y="3161752"/>
            <a:ext cx="5918068" cy="3144965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2pPr>
            <a:lvl3pPr marL="9144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3pPr>
            <a:lvl4pPr marL="137160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4pPr>
            <a:lvl5pPr marL="1828800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52402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9872E9-2F0D-2FEB-0974-F0BBBC5E033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238999" y="6356350"/>
            <a:ext cx="379561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9670435">
            <a:off x="7632743" y="794953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01D87F51-D69B-9038-0566-4FDC355AB6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7587" y="411831"/>
            <a:ext cx="3521337" cy="3521344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51239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640080"/>
            <a:ext cx="10302240" cy="1852046"/>
          </a:xfrm>
        </p:spPr>
        <p:txBody>
          <a:bodyPr lIns="0" tIns="0" rIns="0" bIns="0" anchor="b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588447"/>
            <a:ext cx="7853678" cy="726645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7659974" y="445645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5DDB7824-50BA-B12F-AD49-CA8953CA3A0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36252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52645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640080"/>
            <a:ext cx="7498080" cy="1280160"/>
          </a:xfrm>
        </p:spPr>
        <p:txBody>
          <a:bodyPr lIns="0" tIns="0" rIns="0" bIns="0" anchor="b" anchorCtr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2376"/>
            <a:ext cx="520991" cy="517379"/>
          </a:xfrm>
        </p:spPr>
        <p:txBody>
          <a:bodyPr anchor="t" anchorCtr="0"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17615" y="895646"/>
            <a:ext cx="1956925" cy="195692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" anchor="t" anchorCtr="0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14800" y="2194560"/>
            <a:ext cx="7498080" cy="4023360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defRPr sz="1600"/>
            </a:lvl2pPr>
            <a:lvl3pPr marL="457200">
              <a:defRPr sz="1400"/>
            </a:lvl3pPr>
            <a:lvl4pPr marL="685800">
              <a:defRPr sz="1200"/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58B5E78-A531-681D-1312-F21B52D0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70685" y="620661"/>
            <a:ext cx="403448" cy="381782"/>
            <a:chOff x="10969280" y="1780012"/>
            <a:chExt cx="403448" cy="381782"/>
          </a:xfrm>
        </p:grpSpPr>
        <p:sp>
          <p:nvSpPr>
            <p:cNvPr id="17" name="Graphic 10">
              <a:extLst>
                <a:ext uri="{FF2B5EF4-FFF2-40B4-BE49-F238E27FC236}">
                  <a16:creationId xmlns:a16="http://schemas.microsoft.com/office/drawing/2014/main" id="{AAD06B87-D9B2-4F94-B734-A8F039A20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81590" y="2070656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11">
              <a:extLst>
                <a:ext uri="{FF2B5EF4-FFF2-40B4-BE49-F238E27FC236}">
                  <a16:creationId xmlns:a16="http://schemas.microsoft.com/office/drawing/2014/main" id="{BB13A13C-36EA-4B13-9175-C5FE95B34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69280" y="178001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5189CAD3-7011-6481-11F8-05B5CB106F0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B7CB27F-7A56-A747-A4D6-5627C2463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+ Subtitle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80159" y="3383280"/>
            <a:ext cx="10302240" cy="1852046"/>
          </a:xfrm>
        </p:spPr>
        <p:txBody>
          <a:bodyPr lIns="0" tIns="274320" rIns="0" bIns="0" anchor="t" anchorCtr="0"/>
          <a:lstStyle>
            <a:lvl1pPr algn="l">
              <a:lnSpc>
                <a:spcPts val="5400"/>
              </a:lnSpc>
              <a:defRPr sz="5400" b="1" i="0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80158" y="2966886"/>
            <a:ext cx="10302237" cy="397191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2749162-63A5-5BF9-895E-B0577A6C4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97692" y="620298"/>
            <a:ext cx="465456" cy="581432"/>
            <a:chOff x="7843462" y="2744546"/>
            <a:chExt cx="465456" cy="581432"/>
          </a:xfrm>
        </p:grpSpPr>
        <p:sp>
          <p:nvSpPr>
            <p:cNvPr id="19" name="Graphic 12">
              <a:extLst>
                <a:ext uri="{FF2B5EF4-FFF2-40B4-BE49-F238E27FC236}">
                  <a16:creationId xmlns:a16="http://schemas.microsoft.com/office/drawing/2014/main" id="{818B4386-1FCF-4ACE-BE25-AF9CC5E2256F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" name="Graphic 13">
              <a:extLst>
                <a:ext uri="{FF2B5EF4-FFF2-40B4-BE49-F238E27FC236}">
                  <a16:creationId xmlns:a16="http://schemas.microsoft.com/office/drawing/2014/main" id="{19319560-50ED-4963-A2CF-74663239D426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" name="Graphic 15">
              <a:extLst>
                <a:ext uri="{FF2B5EF4-FFF2-40B4-BE49-F238E27FC236}">
                  <a16:creationId xmlns:a16="http://schemas.microsoft.com/office/drawing/2014/main" id="{E5ABBDAD-943D-48F3-9C80-B29C48966C79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7912362-D30D-7B0B-BA94-0993B1EBC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280160" y="0"/>
            <a:ext cx="0" cy="2775857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64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85800"/>
            <a:ext cx="9137012" cy="1280160"/>
          </a:xfrm>
        </p:spPr>
        <p:txBody>
          <a:bodyPr lIns="0" tIns="0" rIns="0" bIns="0"/>
          <a:lstStyle>
            <a:lvl1pPr>
              <a:defRPr sz="4000" b="1" cap="all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F91A5DB-A2CA-1D70-9A06-3869A288C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2327440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23402" y="2327441"/>
            <a:ext cx="4846320" cy="4040574"/>
          </a:xfrm>
        </p:spPr>
        <p:txBody>
          <a:bodyPr lIns="0" tIns="0" rIns="0" bIns="0">
            <a:normAutofit/>
          </a:bodyPr>
          <a:lstStyle>
            <a:lvl1pPr marL="0" indent="0">
              <a:spcAft>
                <a:spcPts val="0"/>
              </a:spcAft>
              <a:buNone/>
              <a:defRPr sz="1800"/>
            </a:lvl1pPr>
            <a:lvl2pPr marL="228600">
              <a:spcBef>
                <a:spcPts val="1200"/>
              </a:spcBef>
              <a:defRPr sz="1800"/>
            </a:lvl2pPr>
            <a:lvl3pPr marL="685800">
              <a:spcBef>
                <a:spcPts val="1200"/>
              </a:spcBef>
              <a:defRPr sz="1800"/>
            </a:lvl3pPr>
            <a:lvl4pPr marL="1143000">
              <a:spcBef>
                <a:spcPts val="1200"/>
              </a:spcBef>
              <a:defRPr sz="1800"/>
            </a:lvl4pPr>
            <a:lvl5pPr marL="16002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D6A69CF-70D6-AB12-CD8B-FD75B7EE1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EFE408-BFE1-16DC-F7C6-47F55C171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992" y="0"/>
            <a:ext cx="5779008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572" y="685800"/>
            <a:ext cx="4754880" cy="567055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4C0ED5DD-6381-0FFD-7B45-D21179A3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042E432-AE48-385B-DEA1-32129394CE7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526" y="1533524"/>
            <a:ext cx="4663440" cy="1895475"/>
          </a:xfrm>
        </p:spPr>
        <p:txBody>
          <a:bodyPr lIns="0" tIns="0" rIns="0" bIns="0" anchor="t" anchorCtr="0">
            <a:noAutofit/>
          </a:bodyPr>
          <a:lstStyle>
            <a:lvl1pPr marL="342900" indent="-512064">
              <a:spcBef>
                <a:spcPts val="1000"/>
              </a:spcBef>
              <a:buFont typeface="+mj-lt"/>
              <a:buAutoNum type="arabicPeriod"/>
              <a:defRPr sz="1800"/>
            </a:lvl1pPr>
            <a:lvl2pPr marL="1028700" indent="-342900">
              <a:spcBef>
                <a:spcPts val="1200"/>
              </a:spcBef>
              <a:buFont typeface="+mj-lt"/>
              <a:buAutoNum type="alphaLcPeriod"/>
              <a:defRPr sz="1800"/>
            </a:lvl2pPr>
            <a:lvl3pPr marL="1257300" indent="-342900">
              <a:spcBef>
                <a:spcPts val="1200"/>
              </a:spcBef>
              <a:buFont typeface="+mj-lt"/>
              <a:buAutoNum type="arabicParenR"/>
              <a:defRPr sz="1800"/>
            </a:lvl3pPr>
            <a:lvl4pPr marL="1714500" indent="-342900">
              <a:spcBef>
                <a:spcPts val="1200"/>
              </a:spcBef>
              <a:buFont typeface="+mj-lt"/>
              <a:buAutoNum type="alphaLcParenR"/>
              <a:defRPr sz="1800"/>
            </a:lvl4pPr>
            <a:lvl5pPr marL="2228850" indent="-400050">
              <a:spcBef>
                <a:spcPts val="1200"/>
              </a:spcBef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DF111B2E-0535-57E2-FE92-620F9307A95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0160" y="3482974"/>
            <a:ext cx="4663440" cy="1190033"/>
          </a:xfr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spcBef>
                <a:spcPts val="1200"/>
              </a:spcBef>
              <a:buNone/>
              <a:defRPr sz="1600"/>
            </a:lvl2pPr>
            <a:lvl3pPr marL="914400" indent="0">
              <a:spcBef>
                <a:spcPts val="1200"/>
              </a:spcBef>
              <a:buNone/>
              <a:defRPr sz="1400"/>
            </a:lvl3pPr>
            <a:lvl4pPr marL="1371600" indent="0">
              <a:spcBef>
                <a:spcPts val="1200"/>
              </a:spcBef>
              <a:buNone/>
              <a:defRPr sz="1200"/>
            </a:lvl4pPr>
            <a:lvl5pPr marL="1828800" indent="0">
              <a:spcBef>
                <a:spcPts val="12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1280160" y="4692058"/>
            <a:ext cx="4663440" cy="1584918"/>
          </a:xfrm>
        </p:spPr>
        <p:txBody>
          <a:bodyPr lIns="0" tIns="0" rIns="0" bIns="0" anchor="t" anchorCtr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600"/>
            </a:lvl2pPr>
            <a:lvl3pPr>
              <a:spcBef>
                <a:spcPts val="1200"/>
              </a:spcBef>
              <a:defRPr sz="1400"/>
            </a:lvl3pPr>
            <a:lvl4pPr>
              <a:spcBef>
                <a:spcPts val="1200"/>
              </a:spcBef>
              <a:defRPr sz="1200"/>
            </a:lvl4pPr>
            <a:lvl5pPr>
              <a:spcBef>
                <a:spcPts val="1200"/>
              </a:spcBef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4C23E1A-9E5E-DA12-8E11-83F486766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FE6E42-6A8F-C459-87EE-E2A5BAFA8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32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60" y="301752"/>
            <a:ext cx="4663438" cy="2441448"/>
          </a:xfrm>
        </p:spPr>
        <p:txBody>
          <a:bodyPr lIns="0" tIns="0" rIns="0" bIns="0" anchor="ctr" anchorCtr="0"/>
          <a:lstStyle>
            <a:lvl1pPr algn="l">
              <a:lnSpc>
                <a:spcPts val="4000"/>
              </a:lnSpc>
              <a:spcBef>
                <a:spcPts val="1000"/>
              </a:spcBef>
              <a:defRPr sz="4000" b="1" i="0" cap="all" spc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FB40175-FA51-DA14-A5B2-CD06DE6EC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80161" y="2777067"/>
            <a:ext cx="4663440" cy="355058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>
              <a:lnSpc>
                <a:spcPct val="110000"/>
              </a:lnSpc>
              <a:defRPr sz="1600"/>
            </a:lvl2pPr>
            <a:lvl3pPr marL="457200">
              <a:lnSpc>
                <a:spcPct val="110000"/>
              </a:lnSpc>
              <a:defRPr sz="1400"/>
            </a:lvl3pPr>
            <a:lvl4pPr marL="685800">
              <a:lnSpc>
                <a:spcPct val="110000"/>
              </a:lnSpc>
              <a:defRPr sz="1200"/>
            </a:lvl4pPr>
            <a:lvl5pPr marL="914400">
              <a:lnSpc>
                <a:spcPct val="11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2089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695553" y="301752"/>
            <a:ext cx="5221224" cy="6263640"/>
          </a:xfrm>
        </p:spPr>
        <p:txBody>
          <a:bodyPr tIns="914400" anchor="t" anchorCtr="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7A4AE671-C203-0370-2888-FC8F7D444D1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80160" y="6356350"/>
            <a:ext cx="443482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792BFA8-57AD-0B5C-2534-1E862B58D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5127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80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59" y="640080"/>
            <a:ext cx="4815836" cy="2103120"/>
          </a:xfrm>
        </p:spPr>
        <p:txBody>
          <a:bodyPr lIns="0" tIns="0" rIns="0" bIns="0" anchor="ctr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6183E8BD-29F0-8F9F-FC7D-73F8067BCDD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C983CA3-739C-6C20-AFE0-0997370354B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31427" y="640080"/>
            <a:ext cx="5122889" cy="2103120"/>
          </a:xfr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10000"/>
              </a:lnSpc>
              <a:buNone/>
              <a:defRPr sz="1800">
                <a:solidFill>
                  <a:schemeClr val="tx1"/>
                </a:solidFill>
              </a:defRPr>
            </a:lvl1pPr>
            <a:lvl2pPr marL="228600">
              <a:lnSpc>
                <a:spcPct val="100000"/>
              </a:lnSpc>
              <a:defRPr sz="1600">
                <a:solidFill>
                  <a:schemeClr val="tx1"/>
                </a:solidFill>
              </a:defRPr>
            </a:lvl2pPr>
            <a:lvl3pPr marL="457200">
              <a:lnSpc>
                <a:spcPct val="100000"/>
              </a:lnSpc>
              <a:defRPr sz="1400">
                <a:solidFill>
                  <a:schemeClr val="tx1"/>
                </a:solidFill>
              </a:defRPr>
            </a:lvl3pPr>
            <a:lvl4pPr marL="685800">
              <a:lnSpc>
                <a:spcPct val="100000"/>
              </a:lnSpc>
              <a:defRPr sz="1200">
                <a:solidFill>
                  <a:schemeClr val="tx1"/>
                </a:solidFill>
              </a:defRPr>
            </a:lvl4pPr>
            <a:lvl5pPr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BC9F29C-BBE9-AFB4-AFC6-30BCA4EB2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BC4D286-C480-B4CF-4406-CACC323F9FAD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80160" y="3017520"/>
            <a:ext cx="10374152" cy="3208866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EE2817-4518-D59A-BD13-29A3D4FE64F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7539516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905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59" y="4970638"/>
            <a:ext cx="9144000" cy="1280160"/>
          </a:xfrm>
        </p:spPr>
        <p:txBody>
          <a:bodyPr lIns="0" tIns="0" rIns="0" bIns="0" anchor="b" anchorCtr="0"/>
          <a:lstStyle>
            <a:lvl1pPr algn="l">
              <a:defRPr sz="4000" b="1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0626849-9D2D-3C95-8C10-FA8F325F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280160" y="685800"/>
            <a:ext cx="4937760" cy="402336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>
              <a:spcBef>
                <a:spcPts val="1200"/>
              </a:spcBef>
              <a:defRPr sz="1800"/>
            </a:lvl2pPr>
            <a:lvl3pPr marL="914400">
              <a:spcBef>
                <a:spcPts val="1200"/>
              </a:spcBef>
              <a:defRPr sz="1800"/>
            </a:lvl3pPr>
            <a:lvl4pPr marL="1371600">
              <a:spcBef>
                <a:spcPts val="1200"/>
              </a:spcBef>
              <a:defRPr sz="1800"/>
            </a:lvl4pPr>
            <a:lvl5pPr marL="1828800"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704755" y="685800"/>
            <a:ext cx="4937760" cy="4023360"/>
          </a:xfrm>
        </p:spPr>
        <p:txBody>
          <a:bodyPr lIns="0" tIns="0" rIns="0" bIns="0">
            <a:noAutofit/>
          </a:bodyPr>
          <a:lstStyle>
            <a:lvl1pPr>
              <a:spcBef>
                <a:spcPts val="1200"/>
              </a:spcBef>
              <a:defRPr sz="1800"/>
            </a:lvl1pPr>
            <a:lvl2pPr>
              <a:spcBef>
                <a:spcPts val="1200"/>
              </a:spcBef>
              <a:defRPr sz="1800"/>
            </a:lvl2pPr>
            <a:lvl3pPr>
              <a:spcBef>
                <a:spcPts val="1200"/>
              </a:spcBef>
              <a:defRPr sz="1800"/>
            </a:lvl3pPr>
            <a:lvl4pPr>
              <a:spcBef>
                <a:spcPts val="1200"/>
              </a:spcBef>
              <a:defRPr sz="1800"/>
            </a:lvl4pPr>
            <a:lvl5pPr>
              <a:spcBef>
                <a:spcPts val="12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717D91C-F78C-0E4C-FB27-7112AB840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22570" y="5680647"/>
            <a:ext cx="465456" cy="581432"/>
            <a:chOff x="7843462" y="2744546"/>
            <a:chExt cx="465456" cy="581432"/>
          </a:xfrm>
        </p:grpSpPr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C935CF3-75DF-0DC7-1B2A-E0E0205DF64B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13">
              <a:extLst>
                <a:ext uri="{FF2B5EF4-FFF2-40B4-BE49-F238E27FC236}">
                  <a16:creationId xmlns:a16="http://schemas.microsoft.com/office/drawing/2014/main" id="{D5782BEB-6319-DEC1-F9ED-BA9201C6B9B7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6E59DFAF-9794-BD12-D89A-422FFFFCE023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6444A47-BCB3-5C86-F2B8-25092BE8D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 rIns="91440"/>
          <a:lstStyle>
            <a:lvl1pPr algn="l">
              <a:defRPr/>
            </a:lvl1pPr>
          </a:lstStyle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648C53D-49AB-C003-70E8-5117AF07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96BC1DE-6696-3408-564E-2D73B12663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711518" y="5393214"/>
            <a:ext cx="1097341" cy="736658"/>
            <a:chOff x="10508317" y="446637"/>
            <a:chExt cx="1097341" cy="736658"/>
          </a:xfrm>
        </p:grpSpPr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268EB1E4-29D6-C3F5-BCBB-FB7E7EE5C2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508317" y="492206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" name="Graphic 16">
              <a:extLst>
                <a:ext uri="{FF2B5EF4-FFF2-40B4-BE49-F238E27FC236}">
                  <a16:creationId xmlns:a16="http://schemas.microsoft.com/office/drawing/2014/main" id="{09524D46-140F-2F4F-430B-F59815A07C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477944" y="105558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" name="Graphic 14">
              <a:extLst>
                <a:ext uri="{FF2B5EF4-FFF2-40B4-BE49-F238E27FC236}">
                  <a16:creationId xmlns:a16="http://schemas.microsoft.com/office/drawing/2014/main" id="{AC75143B-C717-8D04-743C-B40FB5EFB2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241555" y="44663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737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0" y="640080"/>
            <a:ext cx="10087699" cy="1280160"/>
          </a:xfrm>
        </p:spPr>
        <p:txBody>
          <a:bodyPr lIns="0" tIns="0" rIns="0" bIns="0" anchor="b" anchorCtr="0"/>
          <a:lstStyle>
            <a:lvl1pPr>
              <a:defRPr sz="4000" b="1" cap="all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16B8DF0-B7E6-5032-C3C7-E457E793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80160" y="2103119"/>
            <a:ext cx="10087699" cy="4114800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40664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C5F4D40-ADE4-5EEB-436C-8563A49C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356350"/>
            <a:ext cx="4114800" cy="365125"/>
          </a:xfrm>
        </p:spPr>
        <p:txBody>
          <a:bodyPr lIns="0"/>
          <a:lstStyle>
            <a:lvl1pPr algn="l"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ubbles and Title 1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897" y="585216"/>
            <a:ext cx="8965094" cy="2276856"/>
          </a:xfrm>
        </p:spPr>
        <p:txBody>
          <a:bodyPr lIns="0" tIns="0" rIns="0" anchor="b"/>
          <a:lstStyle>
            <a:lvl1pPr algn="r">
              <a:lnSpc>
                <a:spcPts val="4800"/>
              </a:lnSpc>
              <a:defRPr sz="4800" b="1" cap="all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FC9B12A4-113B-B3F6-5926-5C2A6F504AB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371606" y="3205313"/>
            <a:ext cx="3043077" cy="3043083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tIns="914400" anchor="t" anchorCtr="0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40609" y="3127248"/>
            <a:ext cx="6117381" cy="3017520"/>
          </a:xfrm>
        </p:spPr>
        <p:txBody>
          <a:bodyPr lIns="0" tIns="0" rIns="0" bIns="0">
            <a:normAutofit/>
          </a:bodyPr>
          <a:lstStyle>
            <a:lvl1pPr marL="0" indent="0" algn="r">
              <a:spcBef>
                <a:spcPts val="1200"/>
              </a:spcBef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F51D36-DB19-27CD-47E0-A4261648D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614240">
            <a:off x="3975343" y="2819532"/>
            <a:ext cx="465456" cy="581432"/>
            <a:chOff x="7843462" y="2744546"/>
            <a:chExt cx="465456" cy="581432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3EFED0E0-17D4-C5B0-09D0-B43338A856B3}"/>
                </a:ext>
              </a:extLst>
            </p:cNvPr>
            <p:cNvSpPr/>
            <p:nvPr userDrawn="1"/>
          </p:nvSpPr>
          <p:spPr>
            <a:xfrm>
              <a:off x="8217780" y="2973840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bg1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8F798BBE-9B6F-700D-08A1-09ABC5388CCE}"/>
                </a:ext>
              </a:extLst>
            </p:cNvPr>
            <p:cNvSpPr/>
            <p:nvPr userDrawn="1"/>
          </p:nvSpPr>
          <p:spPr>
            <a:xfrm>
              <a:off x="7859002" y="2744546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solidFill>
              <a:schemeClr val="bg1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4AE2D1C5-9D85-9049-690C-3AFCE7E2DA56}"/>
                </a:ext>
              </a:extLst>
            </p:cNvPr>
            <p:cNvSpPr/>
            <p:nvPr userDrawn="1"/>
          </p:nvSpPr>
          <p:spPr>
            <a:xfrm>
              <a:off x="7843462" y="3198265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bg1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0FE75D-ACD3-655E-58A7-8F2C18276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4066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9362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6525"/>
            <a:ext cx="10515600" cy="1509713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632" y="726630"/>
            <a:ext cx="520991" cy="517379"/>
          </a:xfrm>
        </p:spPr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B2B208-F5B9-0151-C982-A389CB0B29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0EEA6CA-DE1E-18ED-E69E-54A1372FE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15890" y="1371600"/>
            <a:ext cx="0" cy="548640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973C81-5E94-41F6-CE15-3B4763B3A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835B5C-F994-9D57-3118-919EE90F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5394" y="1"/>
            <a:ext cx="9918405" cy="164623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35394" y="1825625"/>
            <a:ext cx="991840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121" y="726630"/>
            <a:ext cx="520991" cy="51737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800" b="1" i="0" cap="all" spc="100" baseline="0"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1C86-6A9C-D287-D381-5634A69BF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35394" y="6356350"/>
            <a:ext cx="27432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B8477-3F24-EDCB-C8AC-843363639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38999" y="6356350"/>
            <a:ext cx="4114800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17" r:id="rId2"/>
    <p:sldLayoutId id="2147483728" r:id="rId3"/>
    <p:sldLayoutId id="2147483729" r:id="rId4"/>
    <p:sldLayoutId id="2147483710" r:id="rId5"/>
    <p:sldLayoutId id="2147483727" r:id="rId6"/>
    <p:sldLayoutId id="2147483701" r:id="rId7"/>
    <p:sldLayoutId id="2147483721" r:id="rId8"/>
    <p:sldLayoutId id="2147483720" r:id="rId9"/>
    <p:sldLayoutId id="2147483730" r:id="rId10"/>
    <p:sldLayoutId id="2147483722" r:id="rId11"/>
    <p:sldLayoutId id="2147483698" r:id="rId12"/>
    <p:sldLayoutId id="2147483732" r:id="rId13"/>
    <p:sldLayoutId id="2147483702" r:id="rId14"/>
    <p:sldLayoutId id="2147483703" r:id="rId15"/>
  </p:sldLayoutIdLst>
  <p:hf sldNum="0" hdr="0" ftr="0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516" y="-74898"/>
            <a:ext cx="9268098" cy="3080335"/>
          </a:xfrm>
        </p:spPr>
        <p:txBody>
          <a:bodyPr/>
          <a:lstStyle/>
          <a:p>
            <a:r>
              <a:rPr lang="en-US" dirty="0" err="1"/>
              <a:t>HealthyMealPlanner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403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243DF-1FE9-01BE-435F-1729F4AB3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inhoud</a:t>
            </a:r>
            <a:endParaRPr lang="en-US" dirty="0"/>
          </a:p>
        </p:txBody>
      </p:sp>
      <p:pic>
        <p:nvPicPr>
          <p:cNvPr id="6" name="Picture Placeholder 5" descr="Mountains at sunset">
            <a:extLst>
              <a:ext uri="{FF2B5EF4-FFF2-40B4-BE49-F238E27FC236}">
                <a16:creationId xmlns:a16="http://schemas.microsoft.com/office/drawing/2014/main" id="{B520C53E-8329-74AB-5229-BCDE630B2E1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/>
          <a:srcRect t="21" b="21"/>
          <a:stretch/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F7377-87AF-3A8C-539C-8A9651F5DA3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 err="1"/>
              <a:t>Introductie</a:t>
            </a:r>
            <a:endParaRPr lang="en-US" dirty="0"/>
          </a:p>
          <a:p>
            <a:r>
              <a:rPr lang="en-US" dirty="0"/>
              <a:t>Scope &amp; results</a:t>
            </a:r>
          </a:p>
          <a:p>
            <a:r>
              <a:rPr lang="en-US" dirty="0"/>
              <a:t>Approach</a:t>
            </a:r>
          </a:p>
          <a:p>
            <a:r>
              <a:rPr lang="en-US" dirty="0"/>
              <a:t>Visual and examples</a:t>
            </a:r>
          </a:p>
        </p:txBody>
      </p:sp>
    </p:spTree>
    <p:extLst>
      <p:ext uri="{BB962C8B-B14F-4D97-AF65-F5344CB8AC3E}">
        <p14:creationId xmlns:p14="http://schemas.microsoft.com/office/powerpoint/2010/main" val="3037812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5A271-8875-6BCE-0A4A-542683BB3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0159" y="3386775"/>
            <a:ext cx="8311102" cy="3080335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7" name="Picture Placeholder 8" descr="Mountains at sunset">
            <a:extLst>
              <a:ext uri="{FF2B5EF4-FFF2-40B4-BE49-F238E27FC236}">
                <a16:creationId xmlns:a16="http://schemas.microsoft.com/office/drawing/2014/main" id="{DABEABE1-2983-8759-E3F7-CCC6330C6B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23" r="23"/>
          <a:stretch/>
        </p:blipFill>
        <p:spPr>
          <a:xfrm>
            <a:off x="8197587" y="411831"/>
            <a:ext cx="3521337" cy="3521344"/>
          </a:xfrm>
        </p:spPr>
      </p:pic>
    </p:spTree>
    <p:extLst>
      <p:ext uri="{BB962C8B-B14F-4D97-AF65-F5344CB8AC3E}">
        <p14:creationId xmlns:p14="http://schemas.microsoft.com/office/powerpoint/2010/main" val="194123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68171-F501-5EC9-8849-5D0FE73AE0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HealthyMealPlanner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A9D03-6CF8-D31E-2E06-88AEBCEF7D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0158" y="2588447"/>
            <a:ext cx="7853678" cy="4049117"/>
          </a:xfrm>
        </p:spPr>
        <p:txBody>
          <a:bodyPr>
            <a:normAutofit/>
          </a:bodyPr>
          <a:lstStyle/>
          <a:p>
            <a:r>
              <a:rPr lang="en-US" dirty="0"/>
              <a:t>Team: Jonas Imbrechts &amp; Yorbe van der Mast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Mealplan</a:t>
            </a:r>
            <a:r>
              <a:rPr lang="en-US" dirty="0"/>
              <a:t> </a:t>
            </a:r>
            <a:r>
              <a:rPr lang="en-US" dirty="0" err="1"/>
              <a:t>maken</a:t>
            </a:r>
            <a:r>
              <a:rPr lang="en-US" dirty="0"/>
              <a:t>(</a:t>
            </a:r>
            <a:r>
              <a:rPr lang="en-US" dirty="0" err="1"/>
              <a:t>persoonlijke</a:t>
            </a:r>
            <a:r>
              <a:rPr lang="en-US" dirty="0"/>
              <a:t> </a:t>
            </a:r>
            <a:r>
              <a:rPr lang="en-US" dirty="0" err="1"/>
              <a:t>gegevens</a:t>
            </a:r>
            <a:r>
              <a:rPr lang="en-US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Recepten</a:t>
            </a:r>
            <a:r>
              <a:rPr lang="en-US" dirty="0"/>
              <a:t> </a:t>
            </a:r>
            <a:r>
              <a:rPr lang="en-US" dirty="0" err="1"/>
              <a:t>bekijken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Placeholder 21" descr="Mountains under near dusk sky">
            <a:extLst>
              <a:ext uri="{FF2B5EF4-FFF2-40B4-BE49-F238E27FC236}">
                <a16:creationId xmlns:a16="http://schemas.microsoft.com/office/drawing/2014/main" id="{56606EF5-1CC7-5421-5CF4-C03704056C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16939" r="16939"/>
          <a:stretch/>
        </p:blipFill>
        <p:spPr/>
      </p:pic>
    </p:spTree>
    <p:extLst>
      <p:ext uri="{BB962C8B-B14F-4D97-AF65-F5344CB8AC3E}">
        <p14:creationId xmlns:p14="http://schemas.microsoft.com/office/powerpoint/2010/main" val="3962753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F64C0E11-7DE4-D558-C3EF-9B3C7A9B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&amp; </a:t>
            </a:r>
            <a:r>
              <a:rPr lang="en-US" dirty="0" err="1"/>
              <a:t>resultaten</a:t>
            </a:r>
            <a:endParaRPr lang="en-US" dirty="0"/>
          </a:p>
        </p:txBody>
      </p:sp>
      <p:pic>
        <p:nvPicPr>
          <p:cNvPr id="13" name="Picture Placeholder 12" descr="A mountain range with snow">
            <a:extLst>
              <a:ext uri="{FF2B5EF4-FFF2-40B4-BE49-F238E27FC236}">
                <a16:creationId xmlns:a16="http://schemas.microsoft.com/office/drawing/2014/main" id="{06CC7187-0D55-8D17-DB17-83EAB1EF8D0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18541-7290-F1A9-2357-CA26E074E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nl-NL" b="1" dirty="0"/>
              <a:t>Wat we hebben gerealiseerd: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Volledig registratie- en profielbeheersysteem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Eenheden-schakelaar (metric ↔ imperial)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Allergieën en dieetvoorkeuren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Automatisch gegenereerde dag- of weekplannen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Receptendatabase met filters op allergieën, ingrediënten, dieet &amp; doel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Mogelijkheid om recepten toe te voegen aan bestaande plannen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Bewaren, bewerken en verwijderen van maaltijdplannen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Admin-functionaliteiten &amp; gebruikersverificatie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287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5B110-0EE4-10DF-F888-ECC20EAE1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3E2F4CD-6E33-339C-B002-0FBF251A6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&amp; </a:t>
            </a:r>
            <a:r>
              <a:rPr lang="en-US" dirty="0" err="1"/>
              <a:t>resultaten</a:t>
            </a:r>
            <a:endParaRPr lang="en-US" dirty="0"/>
          </a:p>
        </p:txBody>
      </p:sp>
      <p:pic>
        <p:nvPicPr>
          <p:cNvPr id="13" name="Picture Placeholder 12" descr="A mountain range with snow">
            <a:extLst>
              <a:ext uri="{FF2B5EF4-FFF2-40B4-BE49-F238E27FC236}">
                <a16:creationId xmlns:a16="http://schemas.microsoft.com/office/drawing/2014/main" id="{69F051D8-CDDD-2C92-86C4-57036022959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7E4C0-8975-7D1F-04D4-64384F1BBF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nl-NL" b="1" dirty="0"/>
              <a:t>Wat lukte niet volledig: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Geen volledige nutrition breakdown per maaltijd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Geen AI-voorspellingen of shopping list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Geen online synchronisatie of mobiele app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229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4B47D-6BB6-EF0D-4238-E0314C31E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32B2D213-BE49-D99E-1DB6-37ED5C0CF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&amp; </a:t>
            </a:r>
            <a:r>
              <a:rPr lang="en-US" dirty="0" err="1"/>
              <a:t>resultaten</a:t>
            </a:r>
            <a:endParaRPr lang="en-US" dirty="0"/>
          </a:p>
        </p:txBody>
      </p:sp>
      <p:pic>
        <p:nvPicPr>
          <p:cNvPr id="13" name="Picture Placeholder 12" descr="A mountain range with snow">
            <a:extLst>
              <a:ext uri="{FF2B5EF4-FFF2-40B4-BE49-F238E27FC236}">
                <a16:creationId xmlns:a16="http://schemas.microsoft.com/office/drawing/2014/main" id="{88DAFE4C-002C-EAFC-4124-8CC7C125821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46DDC-4DF4-DB6B-CF1A-AEF9E0264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nl-NL" b="1" dirty="0"/>
              <a:t>Wat we zouden toevoegen met meer tijd: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Persoonlijke dashboard met statistieken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Automatische boodschappenlijst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Synchronisatie via cloud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Suggesties gebaseerd op gebruikersgedrag</a:t>
            </a:r>
          </a:p>
        </p:txBody>
      </p:sp>
    </p:spTree>
    <p:extLst>
      <p:ext uri="{BB962C8B-B14F-4D97-AF65-F5344CB8AC3E}">
        <p14:creationId xmlns:p14="http://schemas.microsoft.com/office/powerpoint/2010/main" val="398713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698432-2D58-D940-A0AE-7748E2A487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D9DFC9-8E1F-2BDB-563D-D7D116F051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168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FDAA-00CD-846E-A576-B59DFA73F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685800"/>
            <a:ext cx="9137012" cy="1280160"/>
          </a:xfrm>
        </p:spPr>
        <p:txBody>
          <a:bodyPr/>
          <a:lstStyle/>
          <a:p>
            <a:r>
              <a:rPr lang="en-US" dirty="0" err="1"/>
              <a:t>Eerlijke</a:t>
            </a:r>
            <a:r>
              <a:rPr lang="en-US" dirty="0"/>
              <a:t> </a:t>
            </a:r>
            <a:r>
              <a:rPr lang="en-US" dirty="0" err="1"/>
              <a:t>verdeling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B3B4A-6ED2-64D9-BEC7-1B6C66971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2327440"/>
            <a:ext cx="4846320" cy="4040574"/>
          </a:xfrm>
        </p:spPr>
        <p:txBody>
          <a:bodyPr/>
          <a:lstStyle/>
          <a:p>
            <a:r>
              <a:rPr lang="en-US" dirty="0"/>
              <a:t>Jonas: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Mealplan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Userprofiles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2FA and reset password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Recipepage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Data.cs</a:t>
            </a:r>
            <a:endParaRPr lang="en-US" dirty="0"/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FF1654-306D-262A-D360-5E5C2E6B39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23402" y="2327441"/>
            <a:ext cx="4846320" cy="4040574"/>
          </a:xfrm>
        </p:spPr>
        <p:txBody>
          <a:bodyPr/>
          <a:lstStyle/>
          <a:p>
            <a:r>
              <a:rPr lang="en-US" dirty="0"/>
              <a:t>Yorbe: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Volledige</a:t>
            </a:r>
            <a:r>
              <a:rPr lang="en-US" dirty="0"/>
              <a:t> homepage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Registration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Data.cs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F8D27F-1D1A-2FC5-2515-2C965ED46E5C}"/>
              </a:ext>
            </a:extLst>
          </p:cNvPr>
          <p:cNvSpPr txBox="1"/>
          <p:nvPr/>
        </p:nvSpPr>
        <p:spPr>
          <a:xfrm>
            <a:off x="1280160" y="1958108"/>
            <a:ext cx="4465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Klein </a:t>
            </a:r>
            <a:r>
              <a:rPr lang="en-US" dirty="0" err="1"/>
              <a:t>beginnen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blijven</a:t>
            </a:r>
            <a:r>
              <a:rPr lang="en-US" dirty="0"/>
              <a:t> </a:t>
            </a:r>
            <a:r>
              <a:rPr lang="en-US" dirty="0" err="1"/>
              <a:t>vergroten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816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04250-A96E-0DD7-3E93-AA5F1FF33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B1FCE3-F356-450B-9AD9-C90F9A2AE4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05E12F-E97F-923A-8B72-5F4CBD79E6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575897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axy presentation_Win32_SL_V16" id="{36B34AD0-AFC2-468E-8620-6CFD159B149F}" vid="{ACCF8893-1A0E-437D-A612-1659D305E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ABD9919-8F5A-4B99-83E1-E90FE1DCF2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E87F72-70BF-43BC-A0D4-53665DC1267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2D646E0-DCC8-4209-B539-AA58186B68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{32779656-2F4C-4CEE-8911-44176F029796}tf89338750_win32</Template>
  <TotalTime>39</TotalTime>
  <Words>174</Words>
  <Application>Microsoft Office PowerPoint</Application>
  <PresentationFormat>Widescreen</PresentationFormat>
  <Paragraphs>58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Univers</vt:lpstr>
      <vt:lpstr>GradientVTI</vt:lpstr>
      <vt:lpstr>HealthyMealPlanner</vt:lpstr>
      <vt:lpstr>inhoud</vt:lpstr>
      <vt:lpstr>Introduction</vt:lpstr>
      <vt:lpstr>HealthyMealPlanner</vt:lpstr>
      <vt:lpstr>Scope &amp; resultaten</vt:lpstr>
      <vt:lpstr>Scope &amp; resultaten</vt:lpstr>
      <vt:lpstr>Scope &amp; resultaten</vt:lpstr>
      <vt:lpstr>Approach</vt:lpstr>
      <vt:lpstr>Eerlijke verdeling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Imbrechts</dc:creator>
  <cp:lastModifiedBy>Jonas Imbrechts</cp:lastModifiedBy>
  <cp:revision>2</cp:revision>
  <dcterms:created xsi:type="dcterms:W3CDTF">2025-05-29T18:53:10Z</dcterms:created>
  <dcterms:modified xsi:type="dcterms:W3CDTF">2025-05-30T16:47:20Z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c337be75-dfbb-4261-9834-ac247c7dde13_Enabled">
    <vt:lpwstr>true</vt:lpwstr>
  </property>
  <property fmtid="{D5CDD505-2E9C-101B-9397-08002B2CF9AE}" pid="4" name="MSIP_Label_c337be75-dfbb-4261-9834-ac247c7dde13_SetDate">
    <vt:lpwstr>2025-05-29T19:54:14Z</vt:lpwstr>
  </property>
  <property fmtid="{D5CDD505-2E9C-101B-9397-08002B2CF9AE}" pid="5" name="MSIP_Label_c337be75-dfbb-4261-9834-ac247c7dde13_Method">
    <vt:lpwstr>Standard</vt:lpwstr>
  </property>
  <property fmtid="{D5CDD505-2E9C-101B-9397-08002B2CF9AE}" pid="6" name="MSIP_Label_c337be75-dfbb-4261-9834-ac247c7dde13_Name">
    <vt:lpwstr>Algemeen</vt:lpwstr>
  </property>
  <property fmtid="{D5CDD505-2E9C-101B-9397-08002B2CF9AE}" pid="7" name="MSIP_Label_c337be75-dfbb-4261-9834-ac247c7dde13_SiteId">
    <vt:lpwstr>77d33cc5-c9b4-4766-95c7-ed5b515e1cce</vt:lpwstr>
  </property>
  <property fmtid="{D5CDD505-2E9C-101B-9397-08002B2CF9AE}" pid="8" name="MSIP_Label_c337be75-dfbb-4261-9834-ac247c7dde13_ActionId">
    <vt:lpwstr>965b28aa-6833-423c-84d3-72fb919e6c6e</vt:lpwstr>
  </property>
  <property fmtid="{D5CDD505-2E9C-101B-9397-08002B2CF9AE}" pid="9" name="MSIP_Label_c337be75-dfbb-4261-9834-ac247c7dde13_ContentBits">
    <vt:lpwstr>0</vt:lpwstr>
  </property>
  <property fmtid="{D5CDD505-2E9C-101B-9397-08002B2CF9AE}" pid="10" name="MSIP_Label_c337be75-dfbb-4261-9834-ac247c7dde13_Tag">
    <vt:lpwstr>10, 3, 0, 1</vt:lpwstr>
  </property>
</Properties>
</file>